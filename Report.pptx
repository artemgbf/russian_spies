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2" r:id="rId4"/>
    <p:sldId id="260" r:id="rId5"/>
    <p:sldId id="263" r:id="rId6"/>
    <p:sldId id="264" r:id="rId7"/>
    <p:sldId id="265" r:id="rId8"/>
    <p:sldId id="266" r:id="rId9"/>
    <p:sldId id="26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1D61-D846-4208-B934-7AAA09CEED9D}" type="datetimeFigureOut">
              <a:rPr lang="ru-RU" smtClean="0"/>
              <a:t>21.10.2020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5D1B-71CF-432C-85CD-7AF4AD542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247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1D61-D846-4208-B934-7AAA09CEED9D}" type="datetimeFigureOut">
              <a:rPr lang="ru-RU" smtClean="0"/>
              <a:t>21.10.2020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5D1B-71CF-432C-85CD-7AF4AD542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50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1D61-D846-4208-B934-7AAA09CEED9D}" type="datetimeFigureOut">
              <a:rPr lang="ru-RU" smtClean="0"/>
              <a:t>21.10.2020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5D1B-71CF-432C-85CD-7AF4AD542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40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1D61-D846-4208-B934-7AAA09CEED9D}" type="datetimeFigureOut">
              <a:rPr lang="ru-RU" smtClean="0"/>
              <a:t>21.10.2020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5D1B-71CF-432C-85CD-7AF4AD542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43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1D61-D846-4208-B934-7AAA09CEED9D}" type="datetimeFigureOut">
              <a:rPr lang="ru-RU" smtClean="0"/>
              <a:t>21.10.2020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5D1B-71CF-432C-85CD-7AF4AD542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987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1D61-D846-4208-B934-7AAA09CEED9D}" type="datetimeFigureOut">
              <a:rPr lang="ru-RU" smtClean="0"/>
              <a:t>21.10.2020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5D1B-71CF-432C-85CD-7AF4AD542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59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1D61-D846-4208-B934-7AAA09CEED9D}" type="datetimeFigureOut">
              <a:rPr lang="ru-RU" smtClean="0"/>
              <a:t>21.10.2020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5D1B-71CF-432C-85CD-7AF4AD542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58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1D61-D846-4208-B934-7AAA09CEED9D}" type="datetimeFigureOut">
              <a:rPr lang="ru-RU" smtClean="0"/>
              <a:t>21.10.2020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5D1B-71CF-432C-85CD-7AF4AD542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247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1D61-D846-4208-B934-7AAA09CEED9D}" type="datetimeFigureOut">
              <a:rPr lang="ru-RU" smtClean="0"/>
              <a:t>21.10.2020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5D1B-71CF-432C-85CD-7AF4AD542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54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1D61-D846-4208-B934-7AAA09CEED9D}" type="datetimeFigureOut">
              <a:rPr lang="ru-RU" smtClean="0"/>
              <a:t>21.10.2020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5D1B-71CF-432C-85CD-7AF4AD542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12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41D61-D846-4208-B934-7AAA09CEED9D}" type="datetimeFigureOut">
              <a:rPr lang="ru-RU" smtClean="0"/>
              <a:t>21.10.2020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5D1B-71CF-432C-85CD-7AF4AD542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14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41D61-D846-4208-B934-7AAA09CEED9D}" type="datetimeFigureOut">
              <a:rPr lang="ru-RU" smtClean="0"/>
              <a:t>21.10.2020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D5D1B-71CF-432C-85CD-7AF4AD542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50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88"/>
          <p:cNvSpPr/>
          <p:nvPr/>
        </p:nvSpPr>
        <p:spPr>
          <a:xfrm>
            <a:off x="1524000" y="1700809"/>
            <a:ext cx="9144000" cy="4752529"/>
          </a:xfrm>
          <a:prstGeom prst="rect">
            <a:avLst/>
          </a:prstGeom>
          <a:solidFill>
            <a:srgbClr val="F8FCFA"/>
          </a:solidFill>
          <a:ln w="25400">
            <a:solidFill>
              <a:srgbClr val="395E89"/>
            </a:solidFill>
          </a:ln>
        </p:spPr>
        <p:txBody>
          <a:bodyPr lIns="45719" rIns="45719" anchor="ctr"/>
          <a:lstStyle/>
          <a:p>
            <a:pPr>
              <a:defRPr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16" name="Shape 89"/>
          <p:cNvSpPr txBox="1">
            <a:spLocks noGrp="1"/>
          </p:cNvSpPr>
          <p:nvPr>
            <p:ph type="ctrTitle"/>
          </p:nvPr>
        </p:nvSpPr>
        <p:spPr>
          <a:xfrm>
            <a:off x="2212178" y="2096346"/>
            <a:ext cx="7772401" cy="1735408"/>
          </a:xfrm>
          <a:prstGeom prst="rect">
            <a:avLst/>
          </a:prstGeom>
        </p:spPr>
        <p:txBody>
          <a:bodyPr vert="horz" lIns="45699" tIns="45699" rIns="45699" bIns="45699" rtlCol="0" anchor="b">
            <a:normAutofit/>
          </a:bodyPr>
          <a:lstStyle>
            <a:lvl1pPr marL="186690" indent="-373380" defTabSz="896111">
              <a:defRPr sz="2450"/>
            </a:lvl1pPr>
          </a:lstStyle>
          <a:p>
            <a:r>
              <a:rPr lang="en-US" b="1" dirty="0" smtClean="0"/>
              <a:t>"</a:t>
            </a:r>
            <a:r>
              <a:rPr lang="en-US" b="1" dirty="0"/>
              <a:t>I'm </a:t>
            </a:r>
            <a:r>
              <a:rPr lang="en-US" b="1" dirty="0" err="1"/>
              <a:t>Petrov</a:t>
            </a:r>
            <a:r>
              <a:rPr lang="en-US" b="1" dirty="0"/>
              <a:t>. And I'm </a:t>
            </a:r>
            <a:r>
              <a:rPr lang="en-US" b="1" dirty="0" err="1"/>
              <a:t>Boshirov</a:t>
            </a:r>
            <a:r>
              <a:rPr lang="en-US" b="1" dirty="0"/>
              <a:t>. We are travelling around the world together..." (с) or </a:t>
            </a:r>
            <a:r>
              <a:rPr lang="en-US" b="1" dirty="0" err="1"/>
              <a:t>Сatch</a:t>
            </a:r>
            <a:r>
              <a:rPr lang="en-US" b="1" dirty="0"/>
              <a:t> "The Russian Spies" Challenge</a:t>
            </a:r>
            <a:br>
              <a:rPr lang="en-US" b="1" dirty="0"/>
            </a:b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Shape 90"/>
          <p:cNvSpPr/>
          <p:nvPr/>
        </p:nvSpPr>
        <p:spPr>
          <a:xfrm>
            <a:off x="1524000" y="-1"/>
            <a:ext cx="9144000" cy="1700810"/>
          </a:xfrm>
          <a:prstGeom prst="rect">
            <a:avLst/>
          </a:prstGeom>
          <a:gradFill>
            <a:gsLst>
              <a:gs pos="0">
                <a:srgbClr val="1A3351"/>
              </a:gs>
              <a:gs pos="50000">
                <a:srgbClr val="254A76"/>
              </a:gs>
              <a:gs pos="100000">
                <a:srgbClr val="2D598E"/>
              </a:gs>
            </a:gsLst>
            <a:lin ang="5400000"/>
          </a:gradFill>
          <a:ln w="25400">
            <a:solidFill>
              <a:srgbClr val="395E89"/>
            </a:solidFill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118" name="Shape 91" descr="Shape 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2" y="188639"/>
            <a:ext cx="1296143" cy="1266852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Shape 92"/>
          <p:cNvSpPr txBox="1"/>
          <p:nvPr/>
        </p:nvSpPr>
        <p:spPr>
          <a:xfrm>
            <a:off x="3071664" y="155342"/>
            <a:ext cx="6192688" cy="923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699" tIns="45699" rIns="45699" bIns="45699">
            <a:spAutoFit/>
          </a:bodyPr>
          <a:lstStyle/>
          <a:p>
            <a:pPr>
              <a:lnSpc>
                <a:spcPct val="150000"/>
              </a:lnSpc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Национальный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исследовательский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ядерный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50000"/>
              </a:lnSpc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МИФИ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3" name="Shape 94"/>
          <p:cNvGrpSpPr/>
          <p:nvPr/>
        </p:nvGrpSpPr>
        <p:grpSpPr>
          <a:xfrm>
            <a:off x="1524000" y="6309319"/>
            <a:ext cx="9144000" cy="548682"/>
            <a:chOff x="0" y="0"/>
            <a:chExt cx="9144000" cy="548680"/>
          </a:xfrm>
        </p:grpSpPr>
        <p:sp>
          <p:nvSpPr>
            <p:cNvPr id="121" name="Прямоугольник"/>
            <p:cNvSpPr/>
            <p:nvPr/>
          </p:nvSpPr>
          <p:spPr>
            <a:xfrm>
              <a:off x="0" y="0"/>
              <a:ext cx="9144000" cy="548680"/>
            </a:xfrm>
            <a:prstGeom prst="rect">
              <a:avLst/>
            </a:prstGeom>
            <a:gradFill flip="none" rotWithShape="1">
              <a:gsLst>
                <a:gs pos="0">
                  <a:srgbClr val="0C294C"/>
                </a:gs>
                <a:gs pos="50000">
                  <a:srgbClr val="133C6D"/>
                </a:gs>
                <a:gs pos="100000">
                  <a:srgbClr val="174884"/>
                </a:gs>
              </a:gsLst>
              <a:path path="circle">
                <a:fillToRect l="37721" t="-19636" r="62278" b="119636"/>
              </a:path>
            </a:gradFill>
            <a:ln w="25400" cap="flat">
              <a:solidFill>
                <a:srgbClr val="395E8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2" name="НИЯУ МИФИ / Москва / 10 июня 2019…"/>
            <p:cNvSpPr txBox="1"/>
            <p:nvPr/>
          </p:nvSpPr>
          <p:spPr>
            <a:xfrm>
              <a:off x="0" y="89696"/>
              <a:ext cx="9144000" cy="36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НИЯУ МИФИ / </a:t>
              </a:r>
              <a:r>
                <a:rPr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Москва</a:t>
              </a: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/ </a:t>
              </a:r>
              <a:r>
                <a: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2020</a:t>
              </a:r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24" name="Shape 95"/>
          <p:cNvGraphicFramePr/>
          <p:nvPr>
            <p:extLst>
              <p:ext uri="{D42A27DB-BD31-4B8C-83A1-F6EECF244321}">
                <p14:modId xmlns:p14="http://schemas.microsoft.com/office/powerpoint/2010/main" val="2534630150"/>
              </p:ext>
            </p:extLst>
          </p:nvPr>
        </p:nvGraphicFramePr>
        <p:xfrm>
          <a:off x="5231904" y="4077072"/>
          <a:ext cx="4752675" cy="2179340"/>
        </p:xfrm>
        <a:graphic>
          <a:graphicData uri="http://schemas.openxmlformats.org/drawingml/2006/table">
            <a:tbl>
              <a:tblPr/>
              <a:tblGrid>
                <a:gridCol w="26788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738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114300" indent="-228600" algn="l">
                        <a:defRPr sz="1800" b="1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Исполнител</a:t>
                      </a:r>
                      <a:r>
                        <a:rPr lang="kk-K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</a:t>
                      </a:r>
                      <a:r>
                        <a:rPr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4300" indent="-228600" algn="l">
                        <a:spcBef>
                          <a:spcPts val="300"/>
                        </a:spcBef>
                        <a:defRPr sz="1800" i="1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студент</a:t>
                      </a:r>
                      <a:r>
                        <a:rPr lang="kk-K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ы</a:t>
                      </a:r>
                      <a:r>
                        <a:rPr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</a:t>
                      </a: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Б1</a:t>
                      </a:r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k-KZ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4300" indent="-228600" algn="l">
                        <a:spcBef>
                          <a:spcPts val="300"/>
                        </a:spcBef>
                        <a:defRPr sz="1800" i="1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lang="kk-K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Б17-505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5" marR="45725" marT="45725" marB="45725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300" indent="-114300" algn="ctr">
                        <a:defRPr sz="1800"/>
                      </a:pPr>
                      <a:r>
                        <a:rPr lang="ru-RU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Нурматов </a:t>
                      </a:r>
                      <a:r>
                        <a:rPr lang="ru-RU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С</a:t>
                      </a:r>
                      <a:endParaRPr lang="ru-RU" dirty="0" smtClean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  <a:p>
                      <a:pPr marL="114300" indent="-114300" algn="ctr">
                        <a:defRPr sz="1800"/>
                      </a:pPr>
                      <a:r>
                        <a:rPr lang="kk-KZ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Чыон</a:t>
                      </a:r>
                      <a:r>
                        <a:rPr lang="kk-KZ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Тхи Ан Хай</a:t>
                      </a:r>
                    </a:p>
                    <a:p>
                      <a:pPr marL="114300" indent="-114300" algn="ctr">
                        <a:defRPr sz="1800"/>
                      </a:pPr>
                      <a:r>
                        <a:rPr lang="kk-KZ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Шипилов А</a:t>
                      </a:r>
                    </a:p>
                    <a:p>
                      <a:pPr marL="114300" indent="-114300" algn="ctr">
                        <a:defRPr sz="1800"/>
                      </a:pPr>
                      <a:r>
                        <a:rPr lang="kk-KZ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Калинкин А</a:t>
                      </a: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114300" indent="-228600" algn="l">
                        <a:defRPr sz="1800" b="1">
                          <a:latin typeface="Calibri"/>
                          <a:ea typeface="Calibri"/>
                          <a:cs typeface="Calibri"/>
                        </a:defRPr>
                      </a:pP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4300" indent="-228600" algn="l">
                        <a:spcBef>
                          <a:spcPts val="300"/>
                        </a:spcBef>
                        <a:defRPr sz="1800" b="1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lang="kk-K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Преподаватель</a:t>
                      </a:r>
                      <a:r>
                        <a:rPr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4300" indent="-228600" algn="l">
                        <a:spcBef>
                          <a:spcPts val="300"/>
                        </a:spcBef>
                        <a:defRPr sz="1800" i="1">
                          <a:latin typeface="Calibri"/>
                          <a:ea typeface="Calibri"/>
                          <a:cs typeface="Calibri"/>
                        </a:defRPr>
                      </a:pP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5" marR="45725" marT="45725" marB="45725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300" indent="-228600" algn="ctr">
                        <a:spcBef>
                          <a:spcPts val="300"/>
                        </a:spcBef>
                        <a:defRPr sz="1800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lang="kk-K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Дюмин А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kk-K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8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01"/>
          <p:cNvSpPr/>
          <p:nvPr/>
        </p:nvSpPr>
        <p:spPr>
          <a:xfrm>
            <a:off x="1523187" y="1241132"/>
            <a:ext cx="9144001" cy="5212801"/>
          </a:xfrm>
          <a:prstGeom prst="rect">
            <a:avLst/>
          </a:prstGeom>
          <a:solidFill>
            <a:srgbClr val="F8FC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138" name="Shape 102"/>
          <p:cNvSpPr/>
          <p:nvPr/>
        </p:nvSpPr>
        <p:spPr>
          <a:xfrm>
            <a:off x="1524000" y="0"/>
            <a:ext cx="9144000" cy="1268760"/>
          </a:xfrm>
          <a:prstGeom prst="rect">
            <a:avLst/>
          </a:prstGeom>
          <a:gradFill>
            <a:gsLst>
              <a:gs pos="0">
                <a:srgbClr val="1A3351"/>
              </a:gs>
              <a:gs pos="50000">
                <a:srgbClr val="254A76"/>
              </a:gs>
              <a:gs pos="100000">
                <a:srgbClr val="2D598E"/>
              </a:gs>
            </a:gsLst>
            <a:lin ang="5400000"/>
          </a:gradFill>
          <a:ln w="25400">
            <a:solidFill>
              <a:srgbClr val="395E89"/>
            </a:solidFill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139" name="Shape 103" descr="Shape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188642"/>
            <a:ext cx="957750" cy="936105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Shape 104"/>
          <p:cNvSpPr txBox="1"/>
          <p:nvPr/>
        </p:nvSpPr>
        <p:spPr>
          <a:xfrm>
            <a:off x="2772946" y="295061"/>
            <a:ext cx="7668302" cy="49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/>
              <a:t>	</a:t>
            </a:r>
            <a:r>
              <a:rPr dirty="0" err="1" smtClean="0"/>
              <a:t>Цель</a:t>
            </a:r>
            <a:r>
              <a:rPr lang="ru-RU" dirty="0" smtClean="0"/>
              <a:t> и </a:t>
            </a:r>
            <a:r>
              <a:rPr lang="ru-RU" dirty="0" smtClean="0"/>
              <a:t>этапы работы</a:t>
            </a:r>
            <a:endParaRPr dirty="0"/>
          </a:p>
        </p:txBody>
      </p:sp>
      <p:sp>
        <p:nvSpPr>
          <p:cNvPr id="142" name="Shape 106"/>
          <p:cNvSpPr/>
          <p:nvPr/>
        </p:nvSpPr>
        <p:spPr>
          <a:xfrm>
            <a:off x="1524000" y="6669361"/>
            <a:ext cx="9144000" cy="188641"/>
          </a:xfrm>
          <a:prstGeom prst="rect">
            <a:avLst/>
          </a:prstGeom>
          <a:solidFill>
            <a:srgbClr val="244061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4" name="Shape 108"/>
          <p:cNvSpPr/>
          <p:nvPr/>
        </p:nvSpPr>
        <p:spPr>
          <a:xfrm rot="10800000" flipH="1">
            <a:off x="2999655" y="6481910"/>
            <a:ext cx="7668346" cy="187450"/>
          </a:xfrm>
          <a:prstGeom prst="rect">
            <a:avLst/>
          </a:prstGeom>
          <a:solidFill>
            <a:srgbClr val="B7CCE4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5" name="TextBox 3"/>
          <p:cNvSpPr txBox="1"/>
          <p:nvPr/>
        </p:nvSpPr>
        <p:spPr>
          <a:xfrm>
            <a:off x="1866750" y="1578418"/>
            <a:ext cx="8456874" cy="960328"/>
          </a:xfrm>
          <a:prstGeom prst="rect">
            <a:avLst/>
          </a:prstGeom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45719" rIns="45719">
            <a:spAutoFit/>
          </a:bodyPr>
          <a:lstStyle>
            <a:lvl1pPr indent="450215" algn="just" defTabSz="449580">
              <a:spcBef>
                <a:spcPts val="1900"/>
              </a:spcBef>
              <a:defRPr sz="2600">
                <a:latin typeface="Times"/>
                <a:ea typeface="Times"/>
                <a:cs typeface="Times"/>
                <a:sym typeface="Times"/>
              </a:defRPr>
            </a:lvl1pPr>
          </a:lstStyle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 о рейсах с целью поиска потенциальных «русских шпионов» среди часто летающих пассажиров.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8257" y="2992417"/>
            <a:ext cx="8465367" cy="240065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работы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данных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данных </a:t>
            </a:r>
          </a:p>
          <a:p>
            <a:pPr indent="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QlikView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объединения данных</a:t>
            </a:r>
          </a:p>
          <a:p>
            <a:pPr indent="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54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01"/>
          <p:cNvSpPr/>
          <p:nvPr/>
        </p:nvSpPr>
        <p:spPr>
          <a:xfrm>
            <a:off x="1174271" y="1456560"/>
            <a:ext cx="9144001" cy="5212801"/>
          </a:xfrm>
          <a:prstGeom prst="rect">
            <a:avLst/>
          </a:prstGeom>
          <a:solidFill>
            <a:srgbClr val="F8FC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138" name="Shape 102"/>
          <p:cNvSpPr/>
          <p:nvPr/>
        </p:nvSpPr>
        <p:spPr>
          <a:xfrm>
            <a:off x="1523187" y="0"/>
            <a:ext cx="9144000" cy="1268760"/>
          </a:xfrm>
          <a:prstGeom prst="rect">
            <a:avLst/>
          </a:prstGeom>
          <a:gradFill>
            <a:gsLst>
              <a:gs pos="0">
                <a:srgbClr val="1A3351"/>
              </a:gs>
              <a:gs pos="50000">
                <a:srgbClr val="254A76"/>
              </a:gs>
              <a:gs pos="100000">
                <a:srgbClr val="2D598E"/>
              </a:gs>
            </a:gsLst>
            <a:lin ang="5400000"/>
          </a:gradFill>
          <a:ln w="25400">
            <a:solidFill>
              <a:srgbClr val="395E89"/>
            </a:solidFill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139" name="Shape 103" descr="Shape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188642"/>
            <a:ext cx="957750" cy="936105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Shape 104"/>
          <p:cNvSpPr txBox="1"/>
          <p:nvPr/>
        </p:nvSpPr>
        <p:spPr>
          <a:xfrm>
            <a:off x="2772946" y="295061"/>
            <a:ext cx="7668302" cy="52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/>
              <a:t>	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Слияние и очистка данных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Shape 106"/>
          <p:cNvSpPr/>
          <p:nvPr/>
        </p:nvSpPr>
        <p:spPr>
          <a:xfrm>
            <a:off x="1524000" y="6669361"/>
            <a:ext cx="9144000" cy="188641"/>
          </a:xfrm>
          <a:prstGeom prst="rect">
            <a:avLst/>
          </a:prstGeom>
          <a:solidFill>
            <a:srgbClr val="244061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4" name="Shape 108"/>
          <p:cNvSpPr/>
          <p:nvPr/>
        </p:nvSpPr>
        <p:spPr>
          <a:xfrm rot="10800000" flipH="1">
            <a:off x="2999655" y="6481910"/>
            <a:ext cx="7668346" cy="187450"/>
          </a:xfrm>
          <a:prstGeom prst="rect">
            <a:avLst/>
          </a:prstGeom>
          <a:solidFill>
            <a:srgbClr val="B7CCE4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" name="TextBox 3"/>
          <p:cNvSpPr txBox="1"/>
          <p:nvPr/>
        </p:nvSpPr>
        <p:spPr>
          <a:xfrm>
            <a:off x="522854" y="1502139"/>
            <a:ext cx="7008914" cy="1477328"/>
          </a:xfrm>
          <a:prstGeom prst="rect">
            <a:avLst/>
          </a:prstGeom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45719" rIns="45719">
            <a:spAutoFit/>
          </a:bodyPr>
          <a:lstStyle>
            <a:lvl1pPr indent="450215" algn="just" defTabSz="449580">
              <a:spcBef>
                <a:spcPts val="1900"/>
              </a:spcBef>
              <a:defRPr sz="2600">
                <a:latin typeface="Times"/>
                <a:ea typeface="Times"/>
                <a:cs typeface="Times"/>
                <a:sym typeface="Times"/>
              </a:defRPr>
            </a:lvl1pPr>
          </a:lstStyle>
          <a:p>
            <a:pPr indent="0" algn="l">
              <a:lnSpc>
                <a:spcPct val="150000"/>
              </a:lnSpc>
              <a:spcBef>
                <a:spcPts val="0"/>
              </a:spcBef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В</a:t>
            </a:r>
            <a:r>
              <a:rPr lang="kk-K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ыявлены похожие столбцы по данным из разных таблиц, но с разным наименованием</a:t>
            </a:r>
          </a:p>
          <a:p>
            <a:pPr indent="0" algn="l">
              <a:lnSpc>
                <a:spcPct val="150000"/>
              </a:lnSpc>
              <a:spcBef>
                <a:spcPts val="0"/>
              </a:spcBef>
            </a:pPr>
            <a:r>
              <a:rPr lang="kk-K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Удалены столбцы, которые не имеют значимой категории</a:t>
            </a:r>
            <a:endParaRPr lang="kk-K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" y="3628582"/>
            <a:ext cx="7218947" cy="24311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607" y="1464663"/>
            <a:ext cx="3867690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01"/>
          <p:cNvSpPr/>
          <p:nvPr/>
        </p:nvSpPr>
        <p:spPr>
          <a:xfrm>
            <a:off x="1523187" y="1241132"/>
            <a:ext cx="9144001" cy="5212801"/>
          </a:xfrm>
          <a:prstGeom prst="rect">
            <a:avLst/>
          </a:prstGeom>
          <a:solidFill>
            <a:srgbClr val="F8FC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138" name="Shape 102"/>
          <p:cNvSpPr/>
          <p:nvPr/>
        </p:nvSpPr>
        <p:spPr>
          <a:xfrm>
            <a:off x="1523187" y="0"/>
            <a:ext cx="9144000" cy="1268760"/>
          </a:xfrm>
          <a:prstGeom prst="rect">
            <a:avLst/>
          </a:prstGeom>
          <a:gradFill>
            <a:gsLst>
              <a:gs pos="0">
                <a:srgbClr val="1A3351"/>
              </a:gs>
              <a:gs pos="50000">
                <a:srgbClr val="254A76"/>
              </a:gs>
              <a:gs pos="100000">
                <a:srgbClr val="2D598E"/>
              </a:gs>
            </a:gsLst>
            <a:lin ang="5400000"/>
          </a:gradFill>
          <a:ln w="25400">
            <a:solidFill>
              <a:srgbClr val="395E89"/>
            </a:solidFill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139" name="Shape 103" descr="Shape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188642"/>
            <a:ext cx="957750" cy="936105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Shape 104"/>
          <p:cNvSpPr txBox="1"/>
          <p:nvPr/>
        </p:nvSpPr>
        <p:spPr>
          <a:xfrm>
            <a:off x="2772946" y="295061"/>
            <a:ext cx="7668302" cy="52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/>
              <a:t>	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Слияние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в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QlikView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Shape 106"/>
          <p:cNvSpPr/>
          <p:nvPr/>
        </p:nvSpPr>
        <p:spPr>
          <a:xfrm>
            <a:off x="1524000" y="6669361"/>
            <a:ext cx="9144000" cy="188641"/>
          </a:xfrm>
          <a:prstGeom prst="rect">
            <a:avLst/>
          </a:prstGeom>
          <a:solidFill>
            <a:srgbClr val="244061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4" name="Shape 108"/>
          <p:cNvSpPr/>
          <p:nvPr/>
        </p:nvSpPr>
        <p:spPr>
          <a:xfrm rot="10800000" flipH="1">
            <a:off x="2999655" y="6481910"/>
            <a:ext cx="7668346" cy="187450"/>
          </a:xfrm>
          <a:prstGeom prst="rect">
            <a:avLst/>
          </a:prstGeom>
          <a:solidFill>
            <a:srgbClr val="B7CCE4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" name="TextBox 3"/>
          <p:cNvSpPr txBox="1"/>
          <p:nvPr/>
        </p:nvSpPr>
        <p:spPr>
          <a:xfrm>
            <a:off x="-34736" y="0"/>
            <a:ext cx="1538086" cy="498663"/>
          </a:xfrm>
          <a:prstGeom prst="rect">
            <a:avLst/>
          </a:prstGeom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45719" rIns="45719">
            <a:spAutoFit/>
          </a:bodyPr>
          <a:lstStyle>
            <a:lvl1pPr indent="450215" algn="just" defTabSz="449580">
              <a:spcBef>
                <a:spcPts val="1900"/>
              </a:spcBef>
              <a:defRPr sz="2600">
                <a:latin typeface="Times"/>
                <a:ea typeface="Times"/>
                <a:cs typeface="Times"/>
                <a:sym typeface="Times"/>
              </a:defRPr>
            </a:lvl1pPr>
          </a:lstStyle>
          <a:p>
            <a:pPr indent="457200" algn="l">
              <a:lnSpc>
                <a:spcPct val="150000"/>
              </a:lnSpc>
              <a:spcBef>
                <a:spcPts val="0"/>
              </a:spcBef>
            </a:pPr>
            <a:endParaRPr lang="kk-K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020" y="1441778"/>
            <a:ext cx="8277727" cy="489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01"/>
          <p:cNvSpPr/>
          <p:nvPr/>
        </p:nvSpPr>
        <p:spPr>
          <a:xfrm>
            <a:off x="1523187" y="1241132"/>
            <a:ext cx="9144001" cy="5212801"/>
          </a:xfrm>
          <a:prstGeom prst="rect">
            <a:avLst/>
          </a:prstGeom>
          <a:solidFill>
            <a:srgbClr val="F8FC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138" name="Shape 102"/>
          <p:cNvSpPr/>
          <p:nvPr/>
        </p:nvSpPr>
        <p:spPr>
          <a:xfrm>
            <a:off x="1523187" y="0"/>
            <a:ext cx="9144000" cy="1268760"/>
          </a:xfrm>
          <a:prstGeom prst="rect">
            <a:avLst/>
          </a:prstGeom>
          <a:gradFill>
            <a:gsLst>
              <a:gs pos="0">
                <a:srgbClr val="1A3351"/>
              </a:gs>
              <a:gs pos="50000">
                <a:srgbClr val="254A76"/>
              </a:gs>
              <a:gs pos="100000">
                <a:srgbClr val="2D598E"/>
              </a:gs>
            </a:gsLst>
            <a:lin ang="5400000"/>
          </a:gradFill>
          <a:ln w="25400">
            <a:solidFill>
              <a:srgbClr val="395E89"/>
            </a:solidFill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139" name="Shape 103" descr="Shape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188642"/>
            <a:ext cx="957750" cy="936105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Shape 104"/>
          <p:cNvSpPr txBox="1"/>
          <p:nvPr/>
        </p:nvSpPr>
        <p:spPr>
          <a:xfrm>
            <a:off x="2772946" y="295061"/>
            <a:ext cx="7668302" cy="49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/>
              <a:t>	</a:t>
            </a:r>
            <a:r>
              <a:rPr lang="kk-KZ" dirty="0" smtClean="0"/>
              <a:t>Критерии поиска шпионов</a:t>
            </a:r>
            <a:endParaRPr dirty="0"/>
          </a:p>
        </p:txBody>
      </p:sp>
      <p:sp>
        <p:nvSpPr>
          <p:cNvPr id="142" name="Shape 106"/>
          <p:cNvSpPr/>
          <p:nvPr/>
        </p:nvSpPr>
        <p:spPr>
          <a:xfrm>
            <a:off x="1524000" y="6669361"/>
            <a:ext cx="9144000" cy="188641"/>
          </a:xfrm>
          <a:prstGeom prst="rect">
            <a:avLst/>
          </a:prstGeom>
          <a:solidFill>
            <a:srgbClr val="244061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4" name="Shape 108"/>
          <p:cNvSpPr/>
          <p:nvPr/>
        </p:nvSpPr>
        <p:spPr>
          <a:xfrm rot="10800000" flipH="1">
            <a:off x="2999655" y="6481910"/>
            <a:ext cx="7668346" cy="187450"/>
          </a:xfrm>
          <a:prstGeom prst="rect">
            <a:avLst/>
          </a:prstGeom>
          <a:solidFill>
            <a:srgbClr val="B7CCE4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" name="TextBox 3"/>
          <p:cNvSpPr txBox="1"/>
          <p:nvPr/>
        </p:nvSpPr>
        <p:spPr>
          <a:xfrm>
            <a:off x="2733271" y="1648258"/>
            <a:ext cx="6213118" cy="400110"/>
          </a:xfrm>
          <a:prstGeom prst="rect">
            <a:avLst/>
          </a:prstGeom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45719" rIns="45719">
            <a:spAutoFit/>
          </a:bodyPr>
          <a:lstStyle>
            <a:lvl1pPr indent="450215" algn="just" defTabSz="449580">
              <a:spcBef>
                <a:spcPts val="1900"/>
              </a:spcBef>
              <a:defRPr sz="2600">
                <a:latin typeface="Times"/>
                <a:ea typeface="Times"/>
                <a:cs typeface="Times"/>
                <a:sym typeface="Times"/>
              </a:defRPr>
            </a:lvl1pPr>
          </a:lstStyle>
          <a:p>
            <a:pPr indent="0" algn="l">
              <a:spcBef>
                <a:spcPts val="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kk-K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Подозреваемый вылетел </a:t>
            </a:r>
            <a:r>
              <a:rPr lang="kk-K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долгий срок без </a:t>
            </a:r>
            <a:r>
              <a:rPr lang="kk-K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багажа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187" y="2544106"/>
            <a:ext cx="8790745" cy="138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01"/>
          <p:cNvSpPr/>
          <p:nvPr/>
        </p:nvSpPr>
        <p:spPr>
          <a:xfrm>
            <a:off x="1523187" y="1241132"/>
            <a:ext cx="9144001" cy="5212801"/>
          </a:xfrm>
          <a:prstGeom prst="rect">
            <a:avLst/>
          </a:prstGeom>
          <a:solidFill>
            <a:srgbClr val="F8FC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138" name="Shape 102"/>
          <p:cNvSpPr/>
          <p:nvPr/>
        </p:nvSpPr>
        <p:spPr>
          <a:xfrm>
            <a:off x="1523187" y="0"/>
            <a:ext cx="9144000" cy="1268760"/>
          </a:xfrm>
          <a:prstGeom prst="rect">
            <a:avLst/>
          </a:prstGeom>
          <a:gradFill>
            <a:gsLst>
              <a:gs pos="0">
                <a:srgbClr val="1A3351"/>
              </a:gs>
              <a:gs pos="50000">
                <a:srgbClr val="254A76"/>
              </a:gs>
              <a:gs pos="100000">
                <a:srgbClr val="2D598E"/>
              </a:gs>
            </a:gsLst>
            <a:lin ang="5400000"/>
          </a:gradFill>
          <a:ln w="25400">
            <a:solidFill>
              <a:srgbClr val="395E89"/>
            </a:solidFill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139" name="Shape 103" descr="Shape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188642"/>
            <a:ext cx="957750" cy="936105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Shape 104"/>
          <p:cNvSpPr txBox="1"/>
          <p:nvPr/>
        </p:nvSpPr>
        <p:spPr>
          <a:xfrm>
            <a:off x="2772946" y="295061"/>
            <a:ext cx="7668302" cy="49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/>
              <a:t>	</a:t>
            </a:r>
            <a:r>
              <a:rPr lang="kk-KZ" dirty="0" smtClean="0"/>
              <a:t>Критерии поиска шпионов</a:t>
            </a:r>
            <a:endParaRPr dirty="0"/>
          </a:p>
        </p:txBody>
      </p:sp>
      <p:sp>
        <p:nvSpPr>
          <p:cNvPr id="142" name="Shape 106"/>
          <p:cNvSpPr/>
          <p:nvPr/>
        </p:nvSpPr>
        <p:spPr>
          <a:xfrm>
            <a:off x="1524000" y="6669361"/>
            <a:ext cx="9144000" cy="188641"/>
          </a:xfrm>
          <a:prstGeom prst="rect">
            <a:avLst/>
          </a:prstGeom>
          <a:solidFill>
            <a:srgbClr val="244061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4" name="Shape 108"/>
          <p:cNvSpPr/>
          <p:nvPr/>
        </p:nvSpPr>
        <p:spPr>
          <a:xfrm rot="10800000" flipH="1">
            <a:off x="2999655" y="6481910"/>
            <a:ext cx="7668346" cy="187450"/>
          </a:xfrm>
          <a:prstGeom prst="rect">
            <a:avLst/>
          </a:prstGeom>
          <a:solidFill>
            <a:srgbClr val="B7CCE4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" name="TextBox 3"/>
          <p:cNvSpPr txBox="1"/>
          <p:nvPr/>
        </p:nvSpPr>
        <p:spPr>
          <a:xfrm>
            <a:off x="1523187" y="1563821"/>
            <a:ext cx="5735328" cy="400110"/>
          </a:xfrm>
          <a:prstGeom prst="rect">
            <a:avLst/>
          </a:prstGeom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45719" rIns="45719">
            <a:spAutoFit/>
          </a:bodyPr>
          <a:lstStyle>
            <a:lvl1pPr indent="450215" algn="just" defTabSz="449580">
              <a:spcBef>
                <a:spcPts val="1900"/>
              </a:spcBef>
              <a:defRPr sz="2600">
                <a:latin typeface="Times"/>
                <a:ea typeface="Times"/>
                <a:cs typeface="Times"/>
                <a:sym typeface="Times"/>
              </a:defRPr>
            </a:lvl1pPr>
          </a:lstStyle>
          <a:p>
            <a:pPr indent="0" algn="l">
              <a:spcBef>
                <a:spcPts val="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kk-K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Подозреваемы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й</a:t>
            </a:r>
            <a:r>
              <a:rPr lang="kk-K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сменил класс перелета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187" y="2424626"/>
            <a:ext cx="9203860" cy="121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2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01"/>
          <p:cNvSpPr/>
          <p:nvPr/>
        </p:nvSpPr>
        <p:spPr>
          <a:xfrm>
            <a:off x="1523185" y="1124747"/>
            <a:ext cx="9144001" cy="5212801"/>
          </a:xfrm>
          <a:prstGeom prst="rect">
            <a:avLst/>
          </a:prstGeom>
          <a:solidFill>
            <a:srgbClr val="F8FC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138" name="Shape 102"/>
          <p:cNvSpPr/>
          <p:nvPr/>
        </p:nvSpPr>
        <p:spPr>
          <a:xfrm>
            <a:off x="1523187" y="0"/>
            <a:ext cx="9144000" cy="1268760"/>
          </a:xfrm>
          <a:prstGeom prst="rect">
            <a:avLst/>
          </a:prstGeom>
          <a:gradFill>
            <a:gsLst>
              <a:gs pos="0">
                <a:srgbClr val="1A3351"/>
              </a:gs>
              <a:gs pos="50000">
                <a:srgbClr val="254A76"/>
              </a:gs>
              <a:gs pos="100000">
                <a:srgbClr val="2D598E"/>
              </a:gs>
            </a:gsLst>
            <a:lin ang="5400000"/>
          </a:gradFill>
          <a:ln w="25400">
            <a:solidFill>
              <a:srgbClr val="395E89"/>
            </a:solidFill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139" name="Shape 103" descr="Shape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188642"/>
            <a:ext cx="957750" cy="936105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Shape 104"/>
          <p:cNvSpPr txBox="1"/>
          <p:nvPr/>
        </p:nvSpPr>
        <p:spPr>
          <a:xfrm>
            <a:off x="2772946" y="295061"/>
            <a:ext cx="7668302" cy="49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/>
              <a:t>	</a:t>
            </a:r>
            <a:r>
              <a:rPr lang="kk-KZ" dirty="0" smtClean="0"/>
              <a:t>Критерии поиска шпионов</a:t>
            </a:r>
            <a:endParaRPr dirty="0"/>
          </a:p>
        </p:txBody>
      </p:sp>
      <p:sp>
        <p:nvSpPr>
          <p:cNvPr id="142" name="Shape 106"/>
          <p:cNvSpPr/>
          <p:nvPr/>
        </p:nvSpPr>
        <p:spPr>
          <a:xfrm>
            <a:off x="1524000" y="6669361"/>
            <a:ext cx="9144000" cy="188641"/>
          </a:xfrm>
          <a:prstGeom prst="rect">
            <a:avLst/>
          </a:prstGeom>
          <a:solidFill>
            <a:srgbClr val="244061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4" name="Shape 108"/>
          <p:cNvSpPr/>
          <p:nvPr/>
        </p:nvSpPr>
        <p:spPr>
          <a:xfrm rot="10800000" flipH="1">
            <a:off x="2999655" y="6481910"/>
            <a:ext cx="7668346" cy="187450"/>
          </a:xfrm>
          <a:prstGeom prst="rect">
            <a:avLst/>
          </a:prstGeom>
          <a:solidFill>
            <a:srgbClr val="B7CCE4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" name="TextBox 3"/>
          <p:cNvSpPr txBox="1"/>
          <p:nvPr/>
        </p:nvSpPr>
        <p:spPr>
          <a:xfrm>
            <a:off x="1886524" y="1660742"/>
            <a:ext cx="5735328" cy="400110"/>
          </a:xfrm>
          <a:prstGeom prst="rect">
            <a:avLst/>
          </a:prstGeom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45719" rIns="45719">
            <a:spAutoFit/>
          </a:bodyPr>
          <a:lstStyle>
            <a:lvl1pPr indent="450215" algn="just" defTabSz="449580">
              <a:spcBef>
                <a:spcPts val="1900"/>
              </a:spcBef>
              <a:defRPr sz="2600">
                <a:latin typeface="Times"/>
                <a:ea typeface="Times"/>
                <a:cs typeface="Times"/>
                <a:sym typeface="Times"/>
              </a:defRPr>
            </a:lvl1pPr>
          </a:lstStyle>
          <a:p>
            <a:pPr indent="0" algn="l">
              <a:spcBef>
                <a:spcPts val="0"/>
              </a:spcBef>
            </a:pPr>
            <a:r>
              <a:rPr lang="kk-K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Перелеты с целью сбить с толку</a:t>
            </a:r>
            <a:endParaRPr lang="kk-KZ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184" y="2523086"/>
            <a:ext cx="9144002" cy="80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59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01"/>
          <p:cNvSpPr/>
          <p:nvPr/>
        </p:nvSpPr>
        <p:spPr>
          <a:xfrm>
            <a:off x="1523187" y="1241132"/>
            <a:ext cx="9144001" cy="5212801"/>
          </a:xfrm>
          <a:prstGeom prst="rect">
            <a:avLst/>
          </a:prstGeom>
          <a:solidFill>
            <a:srgbClr val="F8FC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138" name="Shape 102"/>
          <p:cNvSpPr/>
          <p:nvPr/>
        </p:nvSpPr>
        <p:spPr>
          <a:xfrm>
            <a:off x="1523187" y="0"/>
            <a:ext cx="9144000" cy="1268760"/>
          </a:xfrm>
          <a:prstGeom prst="rect">
            <a:avLst/>
          </a:prstGeom>
          <a:gradFill>
            <a:gsLst>
              <a:gs pos="0">
                <a:srgbClr val="1A3351"/>
              </a:gs>
              <a:gs pos="50000">
                <a:srgbClr val="254A76"/>
              </a:gs>
              <a:gs pos="100000">
                <a:srgbClr val="2D598E"/>
              </a:gs>
            </a:gsLst>
            <a:lin ang="5400000"/>
          </a:gradFill>
          <a:ln w="25400">
            <a:solidFill>
              <a:srgbClr val="395E89"/>
            </a:solidFill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139" name="Shape 103" descr="Shape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188642"/>
            <a:ext cx="957750" cy="936105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Shape 104"/>
          <p:cNvSpPr txBox="1"/>
          <p:nvPr/>
        </p:nvSpPr>
        <p:spPr>
          <a:xfrm>
            <a:off x="2772946" y="295061"/>
            <a:ext cx="7668302" cy="49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/>
              <a:t>	</a:t>
            </a:r>
            <a:r>
              <a:rPr lang="kk-KZ" dirty="0" smtClean="0"/>
              <a:t>Критерии поиска шпионов</a:t>
            </a:r>
            <a:endParaRPr dirty="0"/>
          </a:p>
        </p:txBody>
      </p:sp>
      <p:sp>
        <p:nvSpPr>
          <p:cNvPr id="142" name="Shape 106"/>
          <p:cNvSpPr/>
          <p:nvPr/>
        </p:nvSpPr>
        <p:spPr>
          <a:xfrm>
            <a:off x="1524000" y="6669361"/>
            <a:ext cx="9144000" cy="188641"/>
          </a:xfrm>
          <a:prstGeom prst="rect">
            <a:avLst/>
          </a:prstGeom>
          <a:solidFill>
            <a:srgbClr val="244061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4" name="Shape 108"/>
          <p:cNvSpPr/>
          <p:nvPr/>
        </p:nvSpPr>
        <p:spPr>
          <a:xfrm rot="10800000" flipH="1">
            <a:off x="2999655" y="6481910"/>
            <a:ext cx="7668346" cy="187450"/>
          </a:xfrm>
          <a:prstGeom prst="rect">
            <a:avLst/>
          </a:prstGeom>
          <a:solidFill>
            <a:srgbClr val="B7CCE4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" name="TextBox 3"/>
          <p:cNvSpPr txBox="1"/>
          <p:nvPr/>
        </p:nvSpPr>
        <p:spPr>
          <a:xfrm>
            <a:off x="1984261" y="1554378"/>
            <a:ext cx="5735328" cy="707886"/>
          </a:xfrm>
          <a:prstGeom prst="rect">
            <a:avLst/>
          </a:prstGeom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45719" rIns="45719">
            <a:spAutoFit/>
          </a:bodyPr>
          <a:lstStyle>
            <a:lvl1pPr indent="450215" algn="just" defTabSz="449580">
              <a:spcBef>
                <a:spcPts val="1900"/>
              </a:spcBef>
              <a:defRPr sz="2600">
                <a:latin typeface="Times"/>
                <a:ea typeface="Times"/>
                <a:cs typeface="Times"/>
                <a:sym typeface="Times"/>
              </a:defRPr>
            </a:lvl1pPr>
          </a:lstStyle>
          <a:p>
            <a:pPr indent="0" algn="l">
              <a:spcBef>
                <a:spcPts val="0"/>
              </a:spcBef>
            </a:pPr>
            <a:r>
              <a:rPr lang="kk-K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Подозреваемый </a:t>
            </a:r>
            <a:r>
              <a:rPr lang="kk-K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улетел без багажа прилетел с багажом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396" y="2718604"/>
            <a:ext cx="6930094" cy="244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87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01"/>
          <p:cNvSpPr/>
          <p:nvPr/>
        </p:nvSpPr>
        <p:spPr>
          <a:xfrm>
            <a:off x="1523186" y="1268760"/>
            <a:ext cx="9144001" cy="5212801"/>
          </a:xfrm>
          <a:prstGeom prst="rect">
            <a:avLst/>
          </a:prstGeom>
          <a:solidFill>
            <a:srgbClr val="F8FCFA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138" name="Shape 102"/>
          <p:cNvSpPr/>
          <p:nvPr/>
        </p:nvSpPr>
        <p:spPr>
          <a:xfrm>
            <a:off x="1523187" y="0"/>
            <a:ext cx="9144000" cy="1268760"/>
          </a:xfrm>
          <a:prstGeom prst="rect">
            <a:avLst/>
          </a:prstGeom>
          <a:gradFill>
            <a:gsLst>
              <a:gs pos="0">
                <a:srgbClr val="1A3351"/>
              </a:gs>
              <a:gs pos="50000">
                <a:srgbClr val="254A76"/>
              </a:gs>
              <a:gs pos="100000">
                <a:srgbClr val="2D598E"/>
              </a:gs>
            </a:gsLst>
            <a:lin ang="5400000"/>
          </a:gradFill>
          <a:ln w="25400">
            <a:solidFill>
              <a:srgbClr val="395E89"/>
            </a:solidFill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139" name="Shape 103" descr="Shape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188642"/>
            <a:ext cx="957750" cy="936105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Shape 104"/>
          <p:cNvSpPr txBox="1"/>
          <p:nvPr/>
        </p:nvSpPr>
        <p:spPr>
          <a:xfrm>
            <a:off x="2772946" y="295061"/>
            <a:ext cx="7668302" cy="49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ru-RU" dirty="0"/>
              <a:t>	</a:t>
            </a:r>
            <a:r>
              <a:rPr lang="kk-KZ" dirty="0" smtClean="0"/>
              <a:t>Критерии поиска шпионов</a:t>
            </a:r>
            <a:endParaRPr dirty="0"/>
          </a:p>
        </p:txBody>
      </p:sp>
      <p:sp>
        <p:nvSpPr>
          <p:cNvPr id="142" name="Shape 106"/>
          <p:cNvSpPr/>
          <p:nvPr/>
        </p:nvSpPr>
        <p:spPr>
          <a:xfrm>
            <a:off x="1524000" y="6669361"/>
            <a:ext cx="9144000" cy="188641"/>
          </a:xfrm>
          <a:prstGeom prst="rect">
            <a:avLst/>
          </a:prstGeom>
          <a:solidFill>
            <a:srgbClr val="244061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44" name="Shape 108"/>
          <p:cNvSpPr/>
          <p:nvPr/>
        </p:nvSpPr>
        <p:spPr>
          <a:xfrm rot="10800000" flipH="1">
            <a:off x="2999655" y="6481910"/>
            <a:ext cx="7668346" cy="187450"/>
          </a:xfrm>
          <a:prstGeom prst="rect">
            <a:avLst/>
          </a:prstGeom>
          <a:solidFill>
            <a:srgbClr val="B7CCE4"/>
          </a:solidFill>
          <a:ln w="12700">
            <a:miter lim="400000"/>
          </a:ln>
        </p:spPr>
        <p:txBody>
          <a:bodyPr lIns="45719" rIns="45719" anchor="ctr"/>
          <a:lstStyle/>
          <a:p>
            <a:pPr indent="447675"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3" name="TextBox 3"/>
          <p:cNvSpPr txBox="1"/>
          <p:nvPr/>
        </p:nvSpPr>
        <p:spPr>
          <a:xfrm>
            <a:off x="2064196" y="1606046"/>
            <a:ext cx="5735328" cy="400110"/>
          </a:xfrm>
          <a:prstGeom prst="rect">
            <a:avLst/>
          </a:prstGeom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45719" rIns="45719">
            <a:spAutoFit/>
          </a:bodyPr>
          <a:lstStyle>
            <a:lvl1pPr indent="450215" algn="just" defTabSz="449580">
              <a:spcBef>
                <a:spcPts val="1900"/>
              </a:spcBef>
              <a:defRPr sz="2600">
                <a:latin typeface="Times"/>
                <a:ea typeface="Times"/>
                <a:cs typeface="Times"/>
                <a:sym typeface="Times"/>
              </a:defRPr>
            </a:lvl1pPr>
          </a:lstStyle>
          <a:p>
            <a:pPr indent="0" algn="l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kk-K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Подозреваемый </a:t>
            </a:r>
            <a:r>
              <a:rPr lang="kk-K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вылетел из РФ и не вернулся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164" y="2267735"/>
            <a:ext cx="6154036" cy="339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5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125</Words>
  <Application>Microsoft Office PowerPoint</Application>
  <PresentationFormat>Широкоэкранный</PresentationFormat>
  <Paragraphs>35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</vt:lpstr>
      <vt:lpstr>Times New Roman</vt:lpstr>
      <vt:lpstr>Тема Office</vt:lpstr>
      <vt:lpstr>"I'm Petrov. And I'm Boshirov. We are travelling around the world together..." (с) or Сatch "The Russian Spies" Challenge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Айжан Жанабаева</dc:creator>
  <cp:lastModifiedBy>RePack by Diakov</cp:lastModifiedBy>
  <cp:revision>24</cp:revision>
  <dcterms:created xsi:type="dcterms:W3CDTF">2020-10-20T14:04:07Z</dcterms:created>
  <dcterms:modified xsi:type="dcterms:W3CDTF">2020-10-21T09:23:56Z</dcterms:modified>
</cp:coreProperties>
</file>